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332eaf08ff4f4e" /><Relationship Type="http://schemas.openxmlformats.org/officeDocument/2006/relationships/extended-properties" Target="/docProps/app.xml" Id="R0d9048e96d5d4912" /><Relationship Type="http://schemas.openxmlformats.org/officeDocument/2006/relationships/officeDocument" Target="/ppt/presentation.xml" Id="R768d03a71d6f4b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64c5cece554828"/>
  </p:sldMasterIdLst>
  <p:notesMasterIdLst>
    <p:notesMasterId xmlns:r="http://schemas.openxmlformats.org/officeDocument/2006/relationships" r:id="Rbcb9d35cdbe74679"/>
  </p:notesMasterIdLst>
  <p:sldIdLst>
    <p:sldId xmlns:r="http://schemas.openxmlformats.org/officeDocument/2006/relationships" id="256" r:id="Rd22706c06091444c"/>
    <p:sldId xmlns:r="http://schemas.openxmlformats.org/officeDocument/2006/relationships" id="257" r:id="R4fc97e11adac40f3"/>
    <p:sldId xmlns:r="http://schemas.openxmlformats.org/officeDocument/2006/relationships" id="258" r:id="R335557921a8a4279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a0950c62094cfa" /><Relationship Type="http://schemas.openxmlformats.org/officeDocument/2006/relationships/slideMaster" Target="/ppt/slideMasters/slideMaster1.xml" Id="R0764c5cece554828" /><Relationship Type="http://schemas.openxmlformats.org/officeDocument/2006/relationships/notesMaster" Target="/ppt/notesMasters/notesMaster1.xml" Id="Rbcb9d35cdbe74679" /><Relationship Type="http://schemas.openxmlformats.org/officeDocument/2006/relationships/presProps" Target="/ppt/presProps.xml" Id="Rcb4f0132f948422c" /><Relationship Type="http://schemas.openxmlformats.org/officeDocument/2006/relationships/tableStyles" Target="/ppt/tableStyles.xml" Id="R3b0777cdb666440f" /><Relationship Type="http://schemas.openxmlformats.org/officeDocument/2006/relationships/slide" Target="/ppt/slides/slide1.xml" Id="Rd22706c06091444c" /><Relationship Type="http://schemas.openxmlformats.org/officeDocument/2006/relationships/slide" Target="/ppt/slides/slide2.xml" Id="R4fc97e11adac40f3" /><Relationship Type="http://schemas.openxmlformats.org/officeDocument/2006/relationships/slide" Target="/ppt/slides/slide3.xml" Id="R335557921a8a42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6351e66edd4b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3a4ec6e80a4f44" /><Relationship Type="http://schemas.openxmlformats.org/officeDocument/2006/relationships/notesMaster" Target="/ppt/notesMasters/notesMaster1.xml" Id="Ra7fade726d6046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5c2f70c4ab4619" /><Relationship Type="http://schemas.openxmlformats.org/officeDocument/2006/relationships/notesMaster" Target="/ppt/notesMasters/notesMaster1.xml" Id="R4349a375bbd94e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679ec686e24ee3" /><Relationship Type="http://schemas.openxmlformats.org/officeDocument/2006/relationships/notesMaster" Target="/ppt/notesMasters/notesMaster1.xml" Id="Radceebdde53a49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c3aeeb3e643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e030115ba84586" /><Relationship Type="http://schemas.openxmlformats.org/officeDocument/2006/relationships/slideLayout" Target="/ppt/slideLayouts/slideLayout1.xml" Id="Rd3968366d35e4a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968366d35e4a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d5435f59547ef" /><Relationship Type="http://schemas.openxmlformats.org/officeDocument/2006/relationships/image" Target="/ppt/media/image.png" Id="R6e05846f847046c2" /><Relationship Type="http://schemas.openxmlformats.org/officeDocument/2006/relationships/image" Target="/ppt/media/image2.png" Id="R171e549e51f7473f" /><Relationship Type="http://schemas.openxmlformats.org/officeDocument/2006/relationships/notesSlide" Target="/ppt/notesSlides/notesSlide1.xml" Id="Rcf9d1002983c4a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c4cde53a64198" /><Relationship Type="http://schemas.openxmlformats.org/officeDocument/2006/relationships/image" Target="/ppt/media/image3.png" Id="R16e0294429bd41fc" /><Relationship Type="http://schemas.openxmlformats.org/officeDocument/2006/relationships/image" Target="/ppt/media/image4.png" Id="R975c22e855944887" /><Relationship Type="http://schemas.openxmlformats.org/officeDocument/2006/relationships/notesSlide" Target="/ppt/notesSlides/notesSlide2.xml" Id="R116fdd6353f84e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64a6c69e748cb" /><Relationship Type="http://schemas.openxmlformats.org/officeDocument/2006/relationships/image" Target="/ppt/media/image5.png" Id="R8abfcb6fe4374f6d" /><Relationship Type="http://schemas.openxmlformats.org/officeDocument/2006/relationships/image" Target="/ppt/media/image6.png" Id="R1628748fc84a4db6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91bc23a4be764bf3" /><Relationship Type="http://schemas.openxmlformats.org/officeDocument/2006/relationships/notesSlide" Target="/ppt/notesSlides/notesSlide3.xml" Id="Rb0db3e28e73940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B9B7017-9322-4586-B585-393B35E1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6E1509-0C84-443C-9B3B-0DC38D38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903E8-4AA3-4FCE-989A-EBB7227A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6027B-7DFD-4CD8-A9FC-251940DF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9CB0A-E725-4BCC-A43C-11D149A0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5846f847046c2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16738-F99A-40E4-AC06-12B2F1D9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e549e51f7473f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7F1D8-5667-495C-8DC9-17FD04E0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BACDA-E8F8-4697-A4DF-F53C0242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AE040-30C6-4675-821A-CC7937E2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55E98-9BC2-426D-B744-8270A61B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«$»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EAB31-F5B6-48EA-9E91-D0165536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«entrada.xlsx»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E924B-9A99-4437-9F79-5D2BD2E0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F02AF-3440-4890-AAFB-19142FCA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25C14-E715-4FF3-8604-AD634EFB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3A872-4509-4783-8C5F-9E574A8A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8B31E2-9AA3-4A9F-AA73-FBB731E3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«.\setup.bat»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FA0CD2-CBF6-4806-B0D2-933CEF16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«.\auditar.bat»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A4B6B-FA4C-4BF6-82B9-13C09A2A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F95416-E8E1-4FF8-95AD-F660EFBD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DCA7CC-EAA2-4F1D-9257-9EEAB0A5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F355F4-3F5F-47ED-885A-619E08CC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95972-B6DF-4E59-A2E5-5E5D1579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CD8F63-F95F-4553-85F4-32C56DCC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0879A3-6D39-40A9-980B-875D5466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7E0E8F-2316-4A57-8EDF-40C97D22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F4AB1-175F-4AA9-9BDA-08600731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03D2EA-B222-4466-BCB1-577B8E7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7DC33B-EAC2-423C-9821-9EA7B120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37C564-8EE5-4C2A-B09D-83258792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«--icam»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5C4A0-0CF1-4C7D-A045-4475E67A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67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Agregue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«--no-cache»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para volver a leer todos los DIPs.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9DA229-2C20-4610-8374-B926AE3E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«--pendientes»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«DIP Open Audit User»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0A458-0755-4605-93E5-FF72C85F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«DIP Closed Audit User»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Quite la opción para auditar todos.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741F46-0A9F-4288-BCD7-9DC7799E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58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«FILTERED.xlsx»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EF8ADE-2EE2-4817-90EE-FC47922D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2867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Las lecturas de ICAM de la última hora pueden reutilizarse.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267659-0501-4CA0-A38A-92FBDE21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934450"/>
            <a:ext cx="9144000" cy="2781300"/>
          </a:xfrm>
          <a:prstGeom xmlns:a="http://schemas.openxmlformats.org/drawingml/2006/main" prst="roundRect">
            <a:avLst>
              <a:gd name="adj" fmla="val 47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311619-6DD7-4806-88BD-0C22B17A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9344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3BDB55-AC18-418F-8CCD-A873FE95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0297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982709-DEA5-4B42-AFA0-F7226FF0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0582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OTRAS FUNCIONES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173ED3-1534-48A6-B561-47510BE7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9F5183-DB13-48D6-9968-E8D54197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E63BA2-2B91-4A2D-8D41-16D3857D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F832E6-7611-4A42-8D0B-73B27931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115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.\filtrar.bat "entrada.xlsx"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665663-3CAA-4259-A26C-69BD3362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325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.\comparar.bat "entrada.xlsx" --icam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D9FE05-590D-4A4F-8B78-C2B5DC5C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839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Un DIP por barcode real: resultado en terminal.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AE8EFA-2B98-4203-A779-4AC13724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68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«.\filtrar.bat»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solo pendientes.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«.\comparar.bat»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comparación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D9D700-9E02-4CF9-A879-DE80D4B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96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la auditoría manual, en un Excel dentro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«salidas/»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10C997E-2CB1-4CFB-9074-FC42AEF7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94435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29BFD2-BCF0-4105-9FDE-74701B7D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348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«salidas/»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2C6206-D386-4782-852B-27F3A553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253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«RESULTADO»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«HALLAZGOS»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«VERIFICACIÓN MANUAL»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AAC26E-3A92-4F6C-A8CC-431FADCC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539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74CDA5-ED1D-49C2-801A-4FE141BE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82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FUENTE: verificar referencia.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3776954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5D8236-0C85-4FD7-807E-0CAC6729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6B5DB-4859-49D3-B3BE-D70D9E24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3EE00-0F19-40C7-A2E3-05574DC0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C7DA9-9163-4E25-B422-75F763B1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F5CA1-110D-400B-8810-B2C6D814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0294429bd41fc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A5EDE-D62D-482D-AD8A-28D09F67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c22e855944887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8F3DA-A2E6-4BB7-8189-C572972B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9F1B-E1F3-409E-9BBC-F1704788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80F69-CF8A-402A-9814-18821102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«config/discrepancias.yaml»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85CEF-64E4-461E-873F-FD867563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ECA70E-63DB-4C87-98D3-B4866229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34B67-B08A-4088-9972-66E5A5B8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55A62F-3754-47F7-9E6F-74E0EA16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9B683D-A3A6-4B93-90B1-8A50BEB9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9D2505-5EC0-41BA-8ED7-FDD8ACE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695A1-97AD-49E1-968A-8B40AF3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CDC461-D5B6-4F96-99ED-ACBA7EC5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1C84B-FF0C-47B1-A2F1-6E656125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A6A38A-23C5-4DF4-A911-926A5700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DCCFD-2134-46EE-B8E7-AE2A5390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9D1AC-0696-44FE-9111-46CAC53A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CRITICA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B6E39-140E-42D7-A570-1F0102DF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718EFA-AD02-4842-ACC4-DBC509F2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FDA4FA-225A-436C-BD79-E2073527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084E9-37BC-4BDE-A433-85334208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757ACB-0468-4113-A91F-7D6EB3D2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B9ADCC-09A3-40EA-A2E7-729F319A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B4ECE9-F498-4C63-9966-39DD96D3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294792-2CFD-432C-B396-709D21C7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A5ABFB-771F-4996-8CC3-09F24DF8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CRITICA}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9FE7F8-88DA-453A-95A9-1FBBDCED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«false»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«true»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2AB47E-AF86-4182-B732-829FC49C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«activo: false»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«reglas:»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53A-5A85-4AD7-9FAF-43A59E40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B29053-1D2D-46AA-9412-6CFB3270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55C0BD-869E-42D7-90E0-EF5A6D21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8C072B-4F41-4D30-AE2D-A409467F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5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«CRITICA», «NO CRITICA», «REVISAR»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«CONSULTAR MANUAL»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«SIN FUENTE»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«OBSERVACION»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D58CB5-7545-47DD-8FD5-4F43F8BA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68522C-9A78-492D-BCDB-04028634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63830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560625-BA90-455A-9107-8D2D7EB6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Tipos nuevos: mueva reglas existentes sin repetir códigos.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67C6C4-DFE3-490F-B8AD-596F7997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30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Una detección nueva requiere que el mantenedor la implemente.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E121AB-3845-4397-826C-B9A45BEB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111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0F2A87-0BBF-452C-882D-5FA1C043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063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 (validación opcional)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814AE5-938A-44BB-A936-C4233943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9349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.\.venv\Scripts\python -m dips_audit validar-reglas</a:t>
            </a:r>
          </a:p>
        </p:txBody>
      </p:sp>
    </p:spTree>
    <p:extLst>
      <p:ext uri="{BB962C8B-B14F-4D97-AF65-F5344CB8AC3E}">
        <p14:creationId xmlns:p14="http://schemas.microsoft.com/office/powerpoint/2010/main" val="875949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403EDA0-DCFB-4D84-BA7B-533259BA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F7C8B-782C-4716-BC50-BD341020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BD071-A80C-45D2-9C74-711E3811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218CF-ABA9-49AF-9E58-DBFA0103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FE1BB-BBC1-4DE7-B22D-5DB2F74E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fcb6fe4374f6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17C87-D395-4AD3-AC75-2F7BC95A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8748fc84a4db6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C1E4F-B2AC-4673-A663-3A29D359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7F679-03EE-483D-BCE7-0D9B3390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99B7D-C63F-474F-8483-D129EBA3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«TA»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«RIR»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«Parent Assembly»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6EDA2-B4F9-4777-BE41-5204082C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150EA-9F33-41FE-8A7F-0E28CA3F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6A03A-26AB-48F9-ACF9-84A6DF58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2F485-C9A8-45F1-A149-7A5276D2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ED032-CCB9-4D06-9AD5-0EF3946C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6F493-B629-4DFF-8F01-EBCA87D4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«DIPs References.xlsx»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943735-A14C-4F2D-9D20-B1545747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«References»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9827DB-3A24-4AA6-9E8E-7E82C262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91bc23a4be764bf3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75F0A-F4B9-421E-8728-CEA67A73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«config/config.yaml»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«referencias»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D699CF-BCA7-44B5-9EC7-CB3CD780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«hoja_referencias»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«referencias_sharepoint»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48A6-4C3B-40AA-8A3F-8BDC52C8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AC585-0AF6-4296-A306-243DB738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00C34E-E4AD-4E5B-BB17-896B1643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B76985-C7F0-4A79-B629-A3B0B9E8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DAC997-15CC-4BB3-AD10-4FBC853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E6FAFC-3B87-4548-925D-522D9356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6EAD33-335E-4374-9735-AE6BC395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«DESCRIPTION»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469D48-9866-4D69-A957-A7D6240F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35C9EB-50D9-47A4-8B9F-26C0A519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498087-7E7A-4B02-BA47-F41D0D25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31B9F1-5131-4EC2-A443-2FE2617B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359115-E36C-4A2B-B380-986C2E6C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«TA»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«RIR»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«30 DAYS»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87F612-A027-4B69-8741-C3C4631C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10B4F-C441-4087-BF45-875D8DB1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BB6997-F242-463F-A8C6-1DD04E9D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898476-FAA3-45AC-B231-D32A4F0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AF737F-3EE0-4A4E-865C-928C81C5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599D63-006C-4DA2-BE9A-76227C35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025F52-B011-4C95-8942-648C2989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E648B0-0CD9-4903-AF8F-B1110EC0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5CA4CB-7510-4609-ADC0-BE5DE5D1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420350"/>
            <a:ext cx="9144000" cy="3048000"/>
          </a:xfrm>
          <a:prstGeom xmlns:a="http://schemas.openxmlformats.org/drawingml/2006/main" prst="roundRect">
            <a:avLst>
              <a:gd name="adj" fmla="val 4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680D67-1268-40E8-A76B-7BC8446E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420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F34B26-CB2E-4EB4-A803-06A1A65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515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C39265-C447-4761-9FF5-E8F0857C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0544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ELEGIR EL ARCHIVO LOCAL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68BBCD-E34F-4476-9640-992207A0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68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Solo para una auditoría: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11B67A-121E-419C-8A81-BC3E2C7A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E6088B-7B48-4AF1-9912-D130EC85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5443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C11A7F-9ABE-46F6-9D5D-B389E427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7729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--referencias "DIPs References.xlsx"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08E94D-618E-415A-A1F0-EA96F894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49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Uso local fijo: guarde 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«config/config.yaml»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FA65A2-F2CA-43B2-B1A8-0FBE13E0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30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DE920D-B009-4912-B6AF-00FA9D27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25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35018F6-002E-4EF7-8657-C3DDE12E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954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referencias_sharepoint: ""</a:t>
            </a:r>
          </a:p>
        </p:txBody>
      </p:sp>
    </p:spTree>
    <p:extLst>
      <p:ext uri="{BB962C8B-B14F-4D97-AF65-F5344CB8AC3E}">
        <p14:creationId xmlns:p14="http://schemas.microsoft.com/office/powerpoint/2010/main" val="4503105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2026-10-05T19:30:02.6800000Z</dcterms:created>
  <dcterms:modified xsi:type="dcterms:W3CDTF">2026-10-05T19:30:02.6800000Z</dcterms:modified>
</coreProperties>
</file>