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630d203d8940ea" /><Relationship Type="http://schemas.openxmlformats.org/officeDocument/2006/relationships/extended-properties" Target="/docProps/app.xml" Id="R204e50a347be48dc" /><Relationship Type="http://schemas.openxmlformats.org/officeDocument/2006/relationships/officeDocument" Target="/ppt/presentation.xml" Id="R034f160faeb740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51cc8ae8274d38"/>
  </p:sldMasterIdLst>
  <p:notesMasterIdLst>
    <p:notesMasterId xmlns:r="http://schemas.openxmlformats.org/officeDocument/2006/relationships" r:id="R2193b590df1347c8"/>
  </p:notesMasterIdLst>
  <p:sldIdLst>
    <p:sldId xmlns:r="http://schemas.openxmlformats.org/officeDocument/2006/relationships" id="256" r:id="R5962c71fc3a74b7b"/>
    <p:sldId xmlns:r="http://schemas.openxmlformats.org/officeDocument/2006/relationships" id="257" r:id="Rd23aa237bfd5414d"/>
    <p:sldId xmlns:r="http://schemas.openxmlformats.org/officeDocument/2006/relationships" id="258" r:id="R01e1b1ebe54146dc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e8f29280b946a4" /><Relationship Type="http://schemas.openxmlformats.org/officeDocument/2006/relationships/slideMaster" Target="/ppt/slideMasters/slideMaster1.xml" Id="R4b51cc8ae8274d38" /><Relationship Type="http://schemas.openxmlformats.org/officeDocument/2006/relationships/notesMaster" Target="/ppt/notesMasters/notesMaster1.xml" Id="R2193b590df1347c8" /><Relationship Type="http://schemas.openxmlformats.org/officeDocument/2006/relationships/presProps" Target="/ppt/presProps.xml" Id="Rf432d3ee299947a1" /><Relationship Type="http://schemas.openxmlformats.org/officeDocument/2006/relationships/tableStyles" Target="/ppt/tableStyles.xml" Id="Rf29943aa722b44f0" /><Relationship Type="http://schemas.openxmlformats.org/officeDocument/2006/relationships/slide" Target="/ppt/slides/slide1.xml" Id="R5962c71fc3a74b7b" /><Relationship Type="http://schemas.openxmlformats.org/officeDocument/2006/relationships/slide" Target="/ppt/slides/slide2.xml" Id="Rd23aa237bfd5414d" /><Relationship Type="http://schemas.openxmlformats.org/officeDocument/2006/relationships/slide" Target="/ppt/slides/slide3.xml" Id="R01e1b1ebe54146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65106d0a2649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3f8e8d56084048" /><Relationship Type="http://schemas.openxmlformats.org/officeDocument/2006/relationships/notesMaster" Target="/ppt/notesMasters/notesMaster1.xml" Id="Rf3a88795a34145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ff804886424ea1" /><Relationship Type="http://schemas.openxmlformats.org/officeDocument/2006/relationships/notesMaster" Target="/ppt/notesMasters/notesMaster1.xml" Id="R0c882560096245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cedb742e4f406c" /><Relationship Type="http://schemas.openxmlformats.org/officeDocument/2006/relationships/notesMaster" Target="/ppt/notesMasters/notesMaster1.xml" Id="R35b97ab4835342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 References.xlsx.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24e341e6bc48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87532f4c96456e" /><Relationship Type="http://schemas.openxmlformats.org/officeDocument/2006/relationships/slideLayout" Target="/ppt/slideLayouts/slideLayout1.xml" Id="Re62864cbfec141a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2864cbfec141a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975ce8f48462a" /><Relationship Type="http://schemas.openxmlformats.org/officeDocument/2006/relationships/image" Target="/ppt/media/image.png" Id="R14ad780f4b584656" /><Relationship Type="http://schemas.openxmlformats.org/officeDocument/2006/relationships/image" Target="/ppt/media/image2.png" Id="R0a6e65a7e1bb4626" /><Relationship Type="http://schemas.openxmlformats.org/officeDocument/2006/relationships/notesSlide" Target="/ppt/notesSlides/notesSlide1.xml" Id="R0e32aa920e2a4b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52bfc0ee34ff5" /><Relationship Type="http://schemas.openxmlformats.org/officeDocument/2006/relationships/image" Target="/ppt/media/image3.png" Id="Re99ba0c8456d4574" /><Relationship Type="http://schemas.openxmlformats.org/officeDocument/2006/relationships/image" Target="/ppt/media/image4.png" Id="R050e7aeadfc44424" /><Relationship Type="http://schemas.openxmlformats.org/officeDocument/2006/relationships/notesSlide" Target="/ppt/notesSlides/notesSlide2.xml" Id="R2b7a9e6386764c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1030858303439a" /><Relationship Type="http://schemas.openxmlformats.org/officeDocument/2006/relationships/image" Target="/ppt/media/image5.png" Id="Re50610684f30480b" /><Relationship Type="http://schemas.openxmlformats.org/officeDocument/2006/relationships/image" Target="/ppt/media/image6.png" Id="Rc5a119aa649e4080" /><Relationship Type="http://schemas.openxmlformats.org/officeDocument/2006/relationships/hyperlink" Target="https://copaairlines.sharepoint.com/:x:/r/teams/VP_Tecnica/dacre/records/_layouts/15/doc2.aspx?sourcedoc=%7B71427FA7-2DB0-4851-A5BA-63F30401684E%7D&amp;file=DIPs%20References.xlsx&amp;action=default&amp;mobileredirect=true" TargetMode="External" Id="R13fc056b8dc640fe" /><Relationship Type="http://schemas.openxmlformats.org/officeDocument/2006/relationships/notesSlide" Target="/ppt/notesSlides/notesSlide3.xml" Id="Rd74513d6884d43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947AC8A-9F55-423C-ACC9-CCA0B90E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D4B7D2-977E-4BC5-AFA4-23AA0A2C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AE5A72-F8CE-442E-A985-AE9A044D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24110B-135B-414F-A6E4-3FF9A528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43DF9-52B2-455E-9792-33662BE6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d780f4b584656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C520D-B5F9-4AAE-8F85-5F41951D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6e65a7e1bb4626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F37D0-55D0-42B0-8D66-7D9A324F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26262D-0E95-4861-BBC2-572D04DC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1D88FD-AC66-41BE-ACF5-5CE1FCAC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4F4BA0-AD34-45C6-83A3-4025361D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$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E646A6-7924-4302-AAAD-FFD3B0CB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entrada.xlsx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9EB5E-E811-4353-9376-34211DC2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B7F5A4-F72B-4CDB-BB49-9AA82395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96360C-7014-4284-988C-CFA0B295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9F96FE-DB6C-4F56-B9AB-A1E6809A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65A2D1-ED85-48C4-A59F-3CCBE702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.\setup.bat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E4A140-9965-4892-8B09-FC816E43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.\auditar.bat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4BC60-5030-4D40-9071-8C91659E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9A7E7B-DBAE-4556-8D4B-FEF0C0D2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CFC611-52C2-4D33-A245-0308AD26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5B1BBC-5C96-4D12-B8AC-62551E27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6D2E2B-4B61-406A-A3FA-38E9289C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421262-AF73-415E-B38D-243D6A10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94DB42-FE26-4D8B-977D-F9D4469B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D5CAAA-AF1B-4545-A7D8-431317A1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807BB4-A898-44AD-A793-291F51BA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40DF52-F8F3-47BE-95E6-D35050D5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ACFDED-8299-4AE8-913C-EA140738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69471A-61CB-45EE-9837-3A002486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--icam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7DDAEB-4300-41FD-B8C9-B312A695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67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Agregue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--no-cache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para volver a leer todos los DIPs.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BDFFB9-45A3-4813-9FAA-385321FD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--pendientes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DIP Open Audit User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1E7CBF-6162-4924-AB99-9A1801D1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DIP Closed Audit User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Quite la opción para auditar todos.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332B80-7953-4FAD-9E08-BA9898CB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58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FILTERED.xlsx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75EA88-F2B0-47F0-8FB8-445DFDC5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2867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Las lecturas de ICAM de la última hora pueden reutilizarse.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15B768-FA4D-454D-AF01-F8F4435B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934450"/>
            <a:ext cx="9144000" cy="2781300"/>
          </a:xfrm>
          <a:prstGeom xmlns:a="http://schemas.openxmlformats.org/drawingml/2006/main" prst="roundRect">
            <a:avLst>
              <a:gd name="adj" fmla="val 47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E16594-7148-4BF9-86EE-601F3DFC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9344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A4FB4B-3212-4A98-84FB-4D62B808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0297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FB390B-5218-4236-8370-6CD45910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0582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OTRAS FUNCIONES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552A33-3E3C-4035-8249-E9CE66AE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E7CF7B-EC7D-4FBF-B77D-7551FF94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7A346C-D80D-4054-9061-F4F862BC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D81843-0609-4956-9DCA-672878A7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115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.\filtrar.bat "entrada.xlsx"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F2B103-8604-4633-BDED-9F89DC07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325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.\comparar.bat "entrada.xlsx" --icam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56F9957-6060-4F30-952F-BDD96D7F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8394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Un DIP por barcode real: resultado en terminal.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6B5167-43B9-4C31-8C53-C91009E0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68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.\filtrar.bat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solo pendientes.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.\comparar.bat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comparación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BE1ACB-E783-4C76-83AB-726C5B61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96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 la auditoría manual, en un Excel dentro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salidas/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752DA41-F69E-4768-B286-2CD23F6C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94435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3A82BD1-FE22-4BD8-A847-E14D5574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348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Resultado: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salidas/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843E50-C807-4C23-91D5-14C08E91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253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Revise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RESULTADO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HALLAZGOS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VERIFICACIÓN MANUAL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73ED317-709D-42C0-89F5-5F3DE5C2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539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POSIBLE DISCREPANCIA: leer hallazgo. REVISAR: consultar manual.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EC0E13E-8DA1-474A-878B-6FE06C18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982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SIN FUENTE: verificar referencia. OK: completar revisión manual.</a:t>
            </a:r>
          </a:p>
        </p:txBody>
      </p:sp>
    </p:spTree>
    <p:extLst>
      <p:ext uri="{BB962C8B-B14F-4D97-AF65-F5344CB8AC3E}">
        <p14:creationId xmlns:p14="http://schemas.microsoft.com/office/powerpoint/2010/main" val="17775818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0699C8D-6DA7-4B5E-85C3-22CAA534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45B63-D3CF-4D90-9C03-E7EE60C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7163D2-DFE2-4DFA-B15E-E5DFC0B9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19129-4D59-4A79-B8A8-6FD43801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282B6-1583-4C6F-B33C-2DF2959F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CONFIGURACIÓN DEL YAML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ba0c8456d4574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139D2-63BF-4D03-AEB9-0C4E2BAA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e7aeadfc44424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BB01E8-A6C4-4E92-AC27-D099C141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E1D224-D2DB-4A0A-A91F-BC7EFAC5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78D20A-A63A-45B8-AA8E-A3A1B44D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cambie la regla y guarde.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139542-4351-4F70-9D34-D8BC5F0C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siguiente auditoría valida el YAML. Conserve la sangría con espacios.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C7DF0E-8E76-405C-820F-9CC1416E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BC4162-BE17-4C34-A55E-09E3919A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6015EB-5E6D-48F0-BA01-ED778D2E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E33941-F38C-44D1-8605-022F7CF2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5EEEB2-CDA3-43DB-A1FE-34AF9709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3EE5C8-DF69-47A1-B8B0-62756711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8BE7D-5160-4B5C-8EB8-7C36FE5F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80691A-C63B-4E19-88AF-06AD7AC1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04224D-BE0F-47F4-816A-6AE65162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25EBC8-0013-49C2-8F8B-FEC65FEB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7F4D12-FA2B-41A1-958A-6EEFC39B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CRITICA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DC17A0-8EE4-4E31-B6FB-94AD6004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OBSERVACION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1F0E59-36B5-480C-984D-2D4B2DF6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4F5D19-C0BD-4F51-AC12-2F0D9810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8729DF-ED13-475B-B016-C910967B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C142A8-01B7-453A-AB20-8E6D28E2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21653F-B966-480A-BCDA-BD6ED9CA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E60985-093B-40A0-80D9-C4EC12A0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FA5729-8BBD-40DC-947A-7CB3AD2F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3E85CB-F1AA-427A-805B-30040AF9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CRITICA}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201ED4-00BB-447D-B98F-D113BDCC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BB0DFD-6920-450B-95D9-F79DA8A4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activo: 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reglas: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27C218-EC7E-468D-9D8A-0D67B638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16C247-A63D-4900-97AB-0323BF53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5F3930-AF20-4364-AF18-F119E2CA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DE76DB-0B84-4A55-9465-113362CD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85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CRITICA, NO CRITICA, 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CONSULTAR MANUAL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SIN FUENTE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OBSERVACION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Informa sin cambiar el resultado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0B06F4-A056-4D7E-BA61-3B9CFFEA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Prevalece el hallazgo de mayor severidad.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025B66-528E-4F70-BD0B-0679ACFA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638300"/>
          </a:xfrm>
          <a:prstGeom xmlns:a="http://schemas.openxmlformats.org/drawingml/2006/main" prst="roundRect">
            <a:avLst>
              <a:gd name="adj" fmla="val 814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18CF09-D7D6-442E-8F08-75F22C2F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Tipos nuevos: mueva reglas existentes sin repetir códigos.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B48AEB-264D-4524-933D-BFB0D50E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30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Una detección nueva requiere que el mantenedor la implemente.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9154F35-66D6-4062-8368-BE7E4B6B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111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C122BB-4B83-4D03-AEE6-81EE00E2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063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 (validación opcional)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113B20D-F369-454C-BB48-2B6E8E89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9349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.\.venv\Scripts\python -m dips_audit validar-reglas</a:t>
            </a:r>
          </a:p>
        </p:txBody>
      </p:sp>
    </p:spTree>
    <p:extLst>
      <p:ext uri="{BB962C8B-B14F-4D97-AF65-F5344CB8AC3E}">
        <p14:creationId xmlns:p14="http://schemas.microsoft.com/office/powerpoint/2010/main" val="9624065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2F8B790-F913-4593-B7BF-5FFE2035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F0888-D184-4B23-B6B7-784A61B9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2B6E8-AD5D-4907-80A2-6EA8ED26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4745B2-D6D9-4A60-A378-F0B92332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45A6B-C766-4C92-88DC-45D41249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0610684f30480b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E4D5E-476F-46EB-96F8-95C6DF33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119aa649e4080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A0CA4-9563-42C1-8E8C-78AF3542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D0D17-5E1C-437D-9A82-C3DD9045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A92FB-3281-4EE5-88DF-6085608B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tabla aporta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Parent Assembly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la fuente técnica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D6084-E62B-492E-A1F0-41BCE072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 los que el programa revisa cada DIP.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3F9418-C691-4284-8BC8-6A670068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514600"/>
          </a:xfrm>
          <a:prstGeom xmlns:a="http://schemas.openxmlformats.org/drawingml/2006/main" prst="roundRect">
            <a:avLst>
              <a:gd name="adj" fmla="val 53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17DEC3-76E3-4C6B-9911-798DBD40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484BB9-315A-4D4D-BC90-957F0D84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67B5BE-38D7-401B-AC1A-D284F72A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Y ENLACE COMPARTIDO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A97164-35EE-4B8E-B98E-C080CC2E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DIPs References.xlsx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, en la carpeta DIPS.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5D4A2-F416-4A63-AC35-A86B03BC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Hoja: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References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FE9F00-B593-4D4B-BBDF-3981D328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13fc056b8dc640fe"/>
              </a:rPr>
              <a:t>Abrir DIPs References.xlsx en SharePoint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A91BE2-5DEB-457A-99CF-F27577F4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config/config.yaml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el archivo,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4F9442-0E57-4B3C-B943-2CF848E2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hoja_referencias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la hoja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referencias_sharepoint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el enlace.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E20B76-DA4E-4BD7-86E4-063C3EA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cambiar el enlace, copie la URL del archivo compartido.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23846A-5DF7-46F0-8D58-549E3D04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A7AA5C-49CA-435A-94AE-A3A809D0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A79390-BEA8-419D-83F2-F29AFE5B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134558-D11E-403E-8A39-B9888283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959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AGREGAR O CORREGIR UNA REFERENCIA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FCA973-BEF5-487F-A4FD-F39F6D00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una fila con valores aprobados. Conserve los encabezados.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EF531C-2848-49E9-B275-FB0A3965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48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Use una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DESCRIPTION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precisa para reconocer el componente.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2B1270-2055-47AC-9915-83F502C3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94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BC927D-02BD-4139-83F3-B667E73A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7246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Columnas del Excel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F9B7CB-BEB1-4B4C-ACBF-A5746730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532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TYPE, AREA, ATA, FLEET, DESCRIPTION,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8364B5-B3A3-4DA9-9AF2-7B22BA3C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1628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PARENT ASSY, REFERENCES, TA, RIR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6C43AE-253B-4E4C-8E1A-523ED7E5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9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llevan unidad. Ejemplo de formato: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30 DAYS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880230-015C-4DD4-B791-FA9CF822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0A6557-86BF-4B22-B382-24C95921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C145E7-672B-470C-8FDD-92023049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813C75-563C-4511-835A-A1DD064F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105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QUÉ COPIA UTILIZA LA AUDITORÍA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56FBB2-DAF4-4985-8074-5A06C4CE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344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Inicie sesión si Edge la pide.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F0B989-DD3D-43F1-AC46-6DEC0E82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63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 falla, usa la última descarga válida o el archivo local inicial.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927B1B-FC14-4B08-A577-D56048D4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44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La terminal indica la copia utilizada y su fecha.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6D44A7-64BB-40D3-9FC5-9B7F3765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72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Si ninguna copia es válida, la auditoría se detiene.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5230B6-F78A-4641-8722-9225A967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420350"/>
            <a:ext cx="9144000" cy="3048000"/>
          </a:xfrm>
          <a:prstGeom xmlns:a="http://schemas.openxmlformats.org/drawingml/2006/main" prst="roundRect">
            <a:avLst>
              <a:gd name="adj" fmla="val 4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209C746-1425-448B-A3C6-54C11166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4203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80717F-9ECE-467D-8919-2CFD256F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5156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DB2083-A2E1-49DD-84B1-9227D63B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05441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ELEGIR EL ARCHIVO LOCAL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26D4A4-C163-4088-B9C6-E98F7757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68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Solo para una auditoría: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8B285E-3720-41F9-86E3-E7988B23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27D21B5-C578-40DD-A16D-FC6B42E8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5443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F1356B4-9C20-4C06-A1C5-25F3BF54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7729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--referencias "DIPs References.xlsx"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7C1F58-A30D-4765-B9CC-7FECD839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49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Uso local fijo: guarde en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config/config.yaml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168140A-8C1B-47E8-85F1-4950B44C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30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03F0217-235F-4AD4-9CF5-DD324D73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25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9C7466D-BDDF-48DC-A12A-E4A42BED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954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referencias_sharepoint: ""</a:t>
            </a:r>
          </a:p>
        </p:txBody>
      </p:sp>
    </p:spTree>
    <p:extLst>
      <p:ext uri="{BB962C8B-B14F-4D97-AF65-F5344CB8AC3E}">
        <p14:creationId xmlns:p14="http://schemas.microsoft.com/office/powerpoint/2010/main" val="370422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2026-10-05T19:36:37.2840000Z</dcterms:created>
  <dcterms:modified xsi:type="dcterms:W3CDTF">2026-10-05T19:36:37.2840000Z</dcterms:modified>
</coreProperties>
</file>